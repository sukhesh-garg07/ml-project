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Talking Point:
"Good morning/afternoon. In automated machine learning, running every algorithm on a new dataset wastes substantial compute time. Our project builds a meta-model that acts as an intelligent recommender system: it analyzes the geometric and statistical fingerprint of a dataset and immediately recommends the best machine learning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Talking Point:
"For our benchmark foundation, we ingested 7 datasets from OpenML-CC18 with varying scales, features, and balance ratios. Crucially, we made an intentional architectural decision: unlike standard ML pipelines that artificially normalize or oversample datasets with SMOTE, we preserved natural skewness and class imbalance. If we artificially smoothed them, the meta-model would lose the very signals it needs to recommend one algorithm over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Talking Point:
"In meta-learning, one entire dataset equals one row in the meta-dataset. To overcome sample scarcity, we implemented stratified task augmentation—slicing each dataset across 10 deterministic fractions and bootstrap iterations. This yielded 70 high-quality training instances. We then engineered 23 meta-features capturing geometry, statistical moments, information entropy, and lightweight landmarking probes."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Talking Point:
"To obtain our ground-truth labels, we benchmarked five distinct model families using stratified 5-fold cross-validation evaluated on balanced accuracy. Random Forest and XGBoost captured over 61% of wins, but Logistic Regression and MLP proved superior in specific linear and continuous geometric environments. This empirical divergence confirms that no single model is universally optimal, validating the need for automated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Talking Point:
"To ensure rigorous scientific validation, we forbid standard train/test splits, which cause data leakage across slices. Instead, we use Leave-One-Dataset-Out cross-validation so the meta-model is evaluated on completely unseen datasets. Beyond Top-1 accuracy, we evaluate using Average Regret to measure how near-optimal our recommendations are in real-world deployments. The data pipeline is complete and ready for meta-model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Meta-Learning for Automated ML Algorithm Selection</dc:title>
  <dc:subject>PptxGenJS Presentation</dc:subject>
  <dc:creator>Created by Marp</dc:creator>
  <cp:lastModifiedBy>Created by Marp</cp:lastModifiedBy>
  <cp:revision>1</cp:revision>
  <dcterms:created xsi:type="dcterms:W3CDTF">2026-10-22T23:37:02Z</dcterms:created>
  <dcterms:modified xsi:type="dcterms:W3CDTF">2026-10-22T23:37:02Z</dcterms:modified>
</cp:coreProperties>
</file>